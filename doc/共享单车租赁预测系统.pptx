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共享单车租赁预测系统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ADD8E6"/>
                </a:solidFill>
              </a:defRPr>
            </a:pPr>
            <a:r>
              <a:t>基于机器学习的需求预测分析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项目简介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使用机器学习方法预测共享单车租赁数量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• 基于历史数据中的环境因素和季节信息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• 帮助优化车辆调度，预测需求高峰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• 提高运营效率和用户体验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数据概览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CC"/>
                </a:solidFill>
              </a:defRPr>
            </a:pPr>
            <a:r>
              <a:t>数据来源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Capital Bikeshare系统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华盛顿特区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2011-2012年数据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4592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CC"/>
                </a:solidFill>
              </a:defRPr>
            </a:pPr>
            <a:r>
              <a:t>数据规模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每小时数据：17,379条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每日数据：731条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12个特征维度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模型性能指标（随机森林）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560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99FF"/>
                </a:solidFill>
              </a:defRPr>
            </a:pPr>
            <a:r>
              <a:t>0.9207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R² 分数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解释92%变异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45920"/>
            <a:ext cx="2560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99FF"/>
                </a:solidFill>
              </a:defRPr>
            </a:pPr>
            <a:r>
              <a:t>50.11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10312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均方根误差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645920"/>
            <a:ext cx="2560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99FF"/>
                </a:solidFill>
              </a:defRPr>
            </a:pPr>
            <a:r>
              <a:t>31.10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10312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3774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平均绝对误差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2560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99FF"/>
                </a:solidFill>
              </a:defRPr>
            </a:pPr>
            <a:r>
              <a:t>2.3%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过拟合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训练-测试差异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特征重要性分析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hr (小时) - 64.6% ⭐ 最重要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一天中不同时段需求差异巨大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早高峰、晚高峰是需求高峰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2. temp (温度) - 12.0%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温度越高，租车需求越高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3. yr (年份) - 8.7%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2012年比2011年需求显著增长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4. workingday (工作日) - 6.1%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工作日和周末的需求模式不同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核心发现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✅ 小时因素是影响需求的最重要因素（64.6%）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时段因素远超温度、天气等因素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✅ 模型预测精度高（R² = 0.92）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能够准确预测中高需求水平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✅ 运营策略建议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按时段动态调度车辆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早高峰、晚高峰增加投放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 • 深夜时段减少投放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模型对比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CC"/>
                </a:solidFill>
              </a:defRPr>
            </a:pPr>
            <a:r>
              <a:t>线性回归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R²: 0.3880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RMSE: 139.21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简单但性能较低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4592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CC"/>
                </a:solidFill>
              </a:defRPr>
            </a:pPr>
            <a:r>
              <a:t>随机森林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R²: 0.9207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RMSE: 50.11</a:t>
            </a:r>
          </a:p>
          <a:p>
            <a:pPr>
              <a:spcAft>
                <a:spcPts val="800"/>
              </a:spcAft>
              <a:defRPr sz="1600">
                <a:solidFill>
                  <a:srgbClr val="808080"/>
                </a:solidFill>
              </a:defRPr>
            </a:pPr>
            <a:r>
              <a:t>• 性能优秀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技术架构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数据层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• 数据加载与清洗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• 特征工程与标准化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模型层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• 随机森林回归（1000棵树）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• 最大深度：10层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评估层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• 多种评估指标（R², RMSE, MAE）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• 残差分析</a:t>
            </a:r>
          </a:p>
          <a:p>
            <a:pPr>
              <a:spcAft>
                <a:spcPts val="1200"/>
              </a:spcAft>
              <a:defRPr sz="1800">
                <a:solidFill>
                  <a:srgbClr val="808080"/>
                </a:solidFill>
              </a:defRPr>
            </a:pPr>
            <a:r>
              <a:t>  • 特征重要性分析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结论与展望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成功建立了高精度的共享单车需求预测模型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• 小时因素是核心驱动因素，占64.6%的重要性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• 模型R²达到0.92，预测精度高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• 为运营决策提供了数据支持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未来优化方向：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• 超参数调优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• 特征工程优化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• 实时预测系统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