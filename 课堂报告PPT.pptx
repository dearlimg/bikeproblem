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基于随机森林的共享单车</a:t>
            </a:r>
          </a:p>
          <a:p>
            <a:r>
              <a:t>租赁需求预测研究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FACFE"/>
                </a:solidFill>
              </a:defRPr>
            </a:pPr>
            <a:r>
              <a:t>模式识别课程大作业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共享单车运营面临车辆调度不合理问题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准确预测需求有助于优化调度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机器学习方法可以有效解决此问题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算法选择：随机森林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集成学习方法，组合多个决策树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能够处理非线性关系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可以评估特征重要性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预测精度高，泛化能力强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数据与实验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数据：Capital Bikeshare系统，17,379条记录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特征：12个（时间、天气、温度等）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模型：随机森林（1000棵树，深度10）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评估：R²、RMSE、MAE等指标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实验结果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1031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651760"/>
            <a:ext cx="1920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96FF"/>
                </a:solidFill>
              </a:defRPr>
            </a:pPr>
            <a:r>
              <a:t>0.9207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2440"/>
                </a:solidFill>
              </a:defRPr>
            </a:pPr>
            <a:r>
              <a:t>R² 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840480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解释92%变异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79" y="2286000"/>
            <a:ext cx="21031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19" y="2651760"/>
            <a:ext cx="1920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96FF"/>
                </a:solidFill>
              </a:defRPr>
            </a:pPr>
            <a:r>
              <a:t>50.11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19" y="3474720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2440"/>
                </a:solidFill>
              </a:defRPr>
            </a:pPr>
            <a: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19" y="3840480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均方根误差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286000"/>
            <a:ext cx="210312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651760"/>
            <a:ext cx="1920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96FF"/>
                </a:solidFill>
              </a:defRPr>
            </a:pPr>
            <a:r>
              <a:t>31.10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3474720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2440"/>
                </a:solidFill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840480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平均绝对误差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特征重要性分析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440"/>
                </a:solidFill>
              </a:defRPr>
            </a:pPr>
            <a:r>
              <a:t>hr (小时)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74519"/>
            <a:ext cx="5486400" cy="3200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874519"/>
            <a:ext cx="3544214" cy="32004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828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6FF"/>
                </a:solidFill>
              </a:defRPr>
            </a:pPr>
            <a:r>
              <a:t>64.6%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440"/>
                </a:solidFill>
              </a:defRPr>
            </a:pPr>
            <a:r>
              <a:t>temp (温度)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880360"/>
            <a:ext cx="5486400" cy="3200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880360"/>
            <a:ext cx="658368" cy="320040"/>
          </a:xfrm>
          <a:prstGeom prst="round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834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71C2"/>
                </a:solidFill>
              </a:defRPr>
            </a:pPr>
            <a:r>
              <a:t>12.0%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440"/>
                </a:solidFill>
              </a:defRPr>
            </a:pPr>
            <a:r>
              <a:t>yr (年份)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886200"/>
            <a:ext cx="5486400" cy="3200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3886200"/>
            <a:ext cx="477316" cy="320040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3840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FACFE"/>
                </a:solidFill>
              </a:defRPr>
            </a:pPr>
            <a:r>
              <a:t>8.7%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440"/>
                </a:solidFill>
              </a:defRPr>
            </a:pPr>
            <a:r>
              <a:t>workingday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892040"/>
            <a:ext cx="5486400" cy="3200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4892040"/>
            <a:ext cx="33467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4846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6.1%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小时因素是影响需求的最重要因素（64.6%）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模型预测精度高（R² = 0.92）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随机森林远优于线性回归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440"/>
                </a:solidFill>
              </a:defRPr>
            </a:pPr>
            <a:r>
              <a:t>• 为运营决策提供了数据支持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2286000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240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✓ 成功建立高精度预测模型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017520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971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✓ 识别关键影响因素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749039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703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✓ 验证算法有效性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4480559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✓ 提供实用分析工具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